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1383625" cy="3027553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5E7"/>
    <a:srgbClr val="B563DF"/>
    <a:srgbClr val="8568F1"/>
    <a:srgbClr val="E632E0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9536"/>
        <p:guide pos="673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102620" y="4036800"/>
            <a:ext cx="17187179" cy="1134754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403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102620" y="15718092"/>
            <a:ext cx="17187179" cy="6500202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5615" spc="200"/>
            </a:lvl1pPr>
            <a:lvl2pPr marL="1069340" indent="0" algn="ctr">
              <a:buNone/>
              <a:defRPr sz="4675"/>
            </a:lvl2pPr>
            <a:lvl3pPr marL="2138680" indent="0" algn="ctr">
              <a:buNone/>
              <a:defRPr sz="4210"/>
            </a:lvl3pPr>
            <a:lvl4pPr marL="3207385" indent="0" algn="ctr">
              <a:buNone/>
              <a:defRPr sz="3740"/>
            </a:lvl4pPr>
            <a:lvl5pPr marL="4276725" indent="0" algn="ctr">
              <a:buNone/>
              <a:defRPr sz="3740"/>
            </a:lvl5pPr>
            <a:lvl6pPr marL="5346065" indent="0" algn="ctr">
              <a:buNone/>
              <a:defRPr sz="3740"/>
            </a:lvl6pPr>
            <a:lvl7pPr marL="6415405" indent="0" algn="ctr">
              <a:buNone/>
              <a:defRPr sz="3740"/>
            </a:lvl7pPr>
            <a:lvl8pPr marL="7484110" indent="0" algn="ctr">
              <a:buNone/>
              <a:defRPr sz="3740"/>
            </a:lvl8pPr>
            <a:lvl9pPr marL="8553450" indent="0" algn="ctr">
              <a:buNone/>
              <a:defRPr sz="374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67095" y="2685902"/>
            <a:ext cx="19239285" cy="311501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067095" y="6579666"/>
            <a:ext cx="19239285" cy="2101043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491738" y="16989525"/>
            <a:ext cx="13625986" cy="338519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0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91738" y="20374716"/>
            <a:ext cx="13625986" cy="383019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421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06934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2pPr>
            <a:lvl3pPr marL="213868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3pPr>
            <a:lvl4pPr marL="320738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4pPr>
            <a:lvl5pPr marL="427672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5pPr>
            <a:lvl6pPr marL="534606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6pPr>
            <a:lvl7pPr marL="641540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7pPr>
            <a:lvl8pPr marL="748411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8pPr>
            <a:lvl9pPr marL="855345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67095" y="2685902"/>
            <a:ext cx="19239285" cy="311501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067095" y="6627345"/>
            <a:ext cx="9079781" cy="2096275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1245542" y="6627345"/>
            <a:ext cx="9079781" cy="20962754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67095" y="2685902"/>
            <a:ext cx="19239285" cy="311501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67095" y="6309487"/>
            <a:ext cx="9370233" cy="168464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67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69340" indent="0">
              <a:buNone/>
              <a:defRPr sz="4675" b="1"/>
            </a:lvl2pPr>
            <a:lvl3pPr marL="2138680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5405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67095" y="8184851"/>
            <a:ext cx="9370233" cy="1940524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0937112" y="6276505"/>
            <a:ext cx="9370233" cy="168464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67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69340" indent="0">
              <a:buNone/>
              <a:defRPr sz="4675" b="1"/>
            </a:lvl2pPr>
            <a:lvl3pPr marL="2138680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5405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0937112" y="8184851"/>
            <a:ext cx="9370233" cy="1940524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67095" y="2685902"/>
            <a:ext cx="19239285" cy="311501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067095" y="6865739"/>
            <a:ext cx="9178487" cy="2034293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74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1138201" y="6865739"/>
            <a:ext cx="9168179" cy="2034293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74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7951194" y="4036800"/>
            <a:ext cx="1831110" cy="22202401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655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603800" y="4036800"/>
            <a:ext cx="16082199" cy="22202401"/>
          </a:xfrm>
        </p:spPr>
        <p:txBody>
          <a:bodyPr vert="eaVert" lIns="46800" tIns="46800" rIns="46800" bIns="46800"/>
          <a:lstStyle>
            <a:lvl1pPr marL="534670" indent="-534670">
              <a:spcAft>
                <a:spcPts val="1000"/>
              </a:spcAft>
              <a:defRPr spc="300"/>
            </a:lvl1pPr>
            <a:lvl2pPr marL="1604010" indent="-534670">
              <a:defRPr spc="300"/>
            </a:lvl2pPr>
            <a:lvl3pPr marL="2672715" indent="-534670">
              <a:defRPr spc="300"/>
            </a:lvl3pPr>
            <a:lvl4pPr marL="3742055" indent="-534670">
              <a:defRPr spc="300"/>
            </a:lvl4pPr>
            <a:lvl5pPr marL="4811395" indent="-53467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067095" y="3416977"/>
            <a:ext cx="19245600" cy="242049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102620" y="10966111"/>
            <a:ext cx="17187179" cy="4497695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403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2102620" y="15718092"/>
            <a:ext cx="17187179" cy="208197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561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067095" y="2685902"/>
            <a:ext cx="19239285" cy="3115011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067095" y="6579666"/>
            <a:ext cx="19239285" cy="2101043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073409" y="27876171"/>
            <a:ext cx="4735630" cy="139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34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7219205" y="27876171"/>
            <a:ext cx="6945590" cy="139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34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5570751" y="27876171"/>
            <a:ext cx="4735630" cy="139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34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8680" rtl="0" eaLnBrk="1" fontAlgn="auto" latinLnBrk="0" hangingPunct="1">
        <a:lnSpc>
          <a:spcPct val="100000"/>
        </a:lnSpc>
        <a:spcBef>
          <a:spcPct val="0"/>
        </a:spcBef>
        <a:buNone/>
        <a:defRPr sz="842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534670" indent="-534670" algn="l" defTabSz="213868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421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604010" indent="-534670" algn="l" defTabSz="213868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3764280" algn="l"/>
          <a:tab pos="3764280" algn="l"/>
          <a:tab pos="3764280" algn="l"/>
          <a:tab pos="3764280" algn="l"/>
        </a:tabLst>
        <a:defRPr sz="37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672715" indent="-534670" algn="l" defTabSz="213868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37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742055" indent="-534670" algn="l" defTabSz="213868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32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4811395" indent="-534670" algn="l" defTabSz="213868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32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5880735" indent="-534670" algn="l" defTabSz="2138680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50075" indent="-534670" algn="l" defTabSz="2138680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18780" indent="-534670" algn="l" defTabSz="2138680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88120" indent="-534670" algn="l" defTabSz="2138680" rtl="0" eaLnBrk="1" latinLnBrk="0" hangingPunct="1">
        <a:lnSpc>
          <a:spcPct val="90000"/>
        </a:lnSpc>
        <a:spcBef>
          <a:spcPct val="23500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340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680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7385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6725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6065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5405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4110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3450" algn="l" defTabSz="2138680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39000">
              <a:schemeClr val="tx1"/>
            </a:gs>
            <a:gs pos="62000">
              <a:schemeClr val="tx1"/>
            </a:gs>
            <a:gs pos="100000">
              <a:schemeClr val="tx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34670" y="1106805"/>
            <a:ext cx="19592290" cy="38347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20000" b="1">
                <a:ln w="187325" cmpd="dbl">
                  <a:gradFill>
                    <a:gsLst>
                      <a:gs pos="3000">
                        <a:srgbClr val="3C25E7"/>
                      </a:gs>
                      <a:gs pos="88000">
                        <a:srgbClr val="E632E0"/>
                      </a:gs>
                      <a:gs pos="22000">
                        <a:srgbClr val="8568F1"/>
                      </a:gs>
                      <a:gs pos="59000">
                        <a:srgbClr val="B563DF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prstDash val="solid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roadway" panose="04040905080B02020502" charset="0"/>
                <a:cs typeface="Broadway" panose="04040905080B02020502" charset="0"/>
              </a:rPr>
              <a:t>ScholarRAG</a:t>
            </a:r>
            <a:endParaRPr lang="en-US" altLang="zh-CN" sz="20000" b="1">
              <a:ln w="187325" cmpd="dbl">
                <a:gradFill>
                  <a:gsLst>
                    <a:gs pos="3000">
                      <a:srgbClr val="3C25E7"/>
                    </a:gs>
                    <a:gs pos="88000">
                      <a:srgbClr val="E632E0"/>
                    </a:gs>
                    <a:gs pos="22000">
                      <a:srgbClr val="8568F1"/>
                    </a:gs>
                    <a:gs pos="59000">
                      <a:srgbClr val="B563DF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prstDash val="solid"/>
              </a:ln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roadway" panose="04040905080B02020502" charset="0"/>
              <a:cs typeface="Broadway" panose="04040905080B0202050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Bauhaus 93</vt:lpstr>
      <vt:lpstr>Berlin Sans FB Demi</vt:lpstr>
      <vt:lpstr>Blackadder ITC</vt:lpstr>
      <vt:lpstr>Bernard MT Condensed</vt:lpstr>
      <vt:lpstr>Bodoni MT Black</vt:lpstr>
      <vt:lpstr>Bodoni MT Poster Compressed</vt:lpstr>
      <vt:lpstr>Broadway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WPS_1639227768</cp:lastModifiedBy>
  <cp:revision>158</cp:revision>
  <dcterms:created xsi:type="dcterms:W3CDTF">2019-06-19T02:08:00Z</dcterms:created>
  <dcterms:modified xsi:type="dcterms:W3CDTF">2025-12-28T02:18:55Z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B32F1E21360D4D27AF04CBD757501B46_11</vt:lpwstr>
  </property>
</Properties>
</file>